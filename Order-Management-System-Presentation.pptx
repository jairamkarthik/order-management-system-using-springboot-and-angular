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4421" r:id="rId3"/>
    <p:sldId id="4422" r:id="rId4"/>
    <p:sldId id="4423" r:id="rId5"/>
    <p:sldId id="4424" r:id="rId6"/>
    <p:sldId id="4425" r:id="rId7"/>
    <p:sldId id="4426" r:id="rId8"/>
    <p:sldId id="4427" r:id="rId9"/>
    <p:sldId id="4428" r:id="rId10"/>
    <p:sldId id="4429" r:id="rId11"/>
    <p:sldId id="4430" r:id="rId12"/>
    <p:sldId id="4431" r:id="rId13"/>
    <p:sldId id="4432" r:id="rId14"/>
    <p:sldId id="4433" r:id="rId15"/>
    <p:sldId id="4437" r:id="rId16"/>
    <p:sldId id="4438" r:id="rId17"/>
    <p:sldId id="4434" r:id="rId18"/>
    <p:sldId id="4435" r:id="rId19"/>
    <p:sldId id="44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2638-2BA4-E8C9-8E58-5D9DF8D8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8A0FD-CAEA-1706-2FC2-BC586DED2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0D469-8885-2C06-FAD1-31B2806AA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A9DD1-C5E2-346D-857B-0AE100509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46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E5B4A-C027-3C8F-997C-D5A7D3AE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371C2-0E03-DA95-0D64-A210CA30C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049E0-8873-E116-FDCE-F19A0357F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00F07-2B72-86BE-C5D6-AF7FC4E1A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29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779A8-D36F-3278-86E5-F99786ED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05337-69F3-017F-9F4F-877E62697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B084E-0D32-F6D1-C55B-AEA62B0FA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5D2E9-F503-9A7C-0FF6-3F9D9CE8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06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7C53-BBB8-8CD3-BE2D-CBB70A44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96EDB-CCC7-3EED-E2E8-907D4FEA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053B8-88D6-C6D0-4D32-41CEA1FD8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F2024-301A-B719-C5B8-F79B82948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93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BA3E-9950-B6BF-7858-608D92D7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61C47-804C-11C7-CE36-9F31FDE80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1A377-DD84-80CE-8F75-5E8EE0EC4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618AE-8C39-DF4B-7DB5-3059D6D92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07769-4894-7FA6-F566-22ADCBD2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0DC42-A854-D37C-40DA-E0AA3D64A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6782C-BC23-7E4B-8AF6-FF315D0EE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F8328-2FD8-9FF8-A6C8-A6E716DA9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38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1A5A-09C2-823A-791D-C0145772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9A8415-B751-A62F-F41F-9A5412C9E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3B986-C2FA-97F4-EAA4-403FB823C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4E6E0-1B6B-1FFD-B0CE-A0BABC8B9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95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C240-C377-64B1-D4D5-6E693ECE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815CC-5EA5-E6CF-2B60-3A4B3C40B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38316-1CFD-2D2F-2BCD-A7AD7724B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971D-B170-01E2-BF4B-06752E7DF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47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8063-0289-3473-185A-E9FCE376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2449A-DA18-C63E-6BB3-BB9BC500D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68931-F95E-06E2-9397-7D72D78C2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C3307-9D69-13D4-0ACB-A8E06F6CC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4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C3C2F-624B-FDB6-244B-E4F8E310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A3844-B42B-DAB7-0012-86C327211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DC1398-B8B4-7D24-93E8-4DFC77B9E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5785E-2EC1-48C2-50B1-C45E37043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027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3D97-189D-9F03-43CE-61E12853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90999-F001-D21B-4C37-ADE2F5623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A0844-D0CF-091E-80EE-004723EA4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244FA-C544-1BA8-0C54-A603E8E94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1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96706" y="5061410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Jairam Karthik Boddu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        Challa Pintu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Order Management System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Introduction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D8F3C-57ED-A89A-9C03-CE6D40D1B516}"/>
              </a:ext>
            </a:extLst>
          </p:cNvPr>
          <p:cNvSpPr txBox="1"/>
          <p:nvPr/>
        </p:nvSpPr>
        <p:spPr>
          <a:xfrm>
            <a:off x="181635" y="1391285"/>
            <a:ext cx="11634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Order Management System built using Spring Boot and Angular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REST APIs implemented with JWT-based authentication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for Admin and User functionalities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product management, order processing, and user management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user-friendly Angular frontend interface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with a scalable and maintainable modular architecture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1D38-B406-1EC9-6EF5-2CA7816D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222C4F2-C1B7-1273-B983-0297AB1EDAA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Technologies used: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6164911-745C-430C-672F-2F83E7E35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6B307C9-0448-A1A4-8D7C-4936D1E8A284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04A-A018-EB1C-45BF-70BAC5A2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8B33C-4EC7-EC73-955E-4B5C8FBCE344}"/>
              </a:ext>
            </a:extLst>
          </p:cNvPr>
          <p:cNvSpPr txBox="1"/>
          <p:nvPr/>
        </p:nvSpPr>
        <p:spPr>
          <a:xfrm>
            <a:off x="278777" y="1076325"/>
            <a:ext cx="116344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Angular, HTML, CSS, TypeScript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 (Java), RESTful 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 (JSON Web Token), Role-Based Access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&amp; Dependency Management: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Maven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IDEs: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IntelliJ IDEA, Postman, 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90242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2987D-7CF6-EF78-7DC1-4583735C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C5EB7AF-5CC1-72E6-60F1-2ED1C2F10E3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Implementation: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CDD49F3-A6A2-E36F-B5AE-CD746C5D9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FBE6889-5D0A-D4F0-9F7C-3CB25CD06C1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555CF-26B8-CD35-C88A-CDF0A93E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C1B8F-173B-5088-2089-9FEFC944168D}"/>
              </a:ext>
            </a:extLst>
          </p:cNvPr>
          <p:cNvSpPr txBox="1"/>
          <p:nvPr/>
        </p:nvSpPr>
        <p:spPr>
          <a:xfrm>
            <a:off x="273075" y="1483756"/>
            <a:ext cx="11634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 layered architecture using Spring Boot for better separation of concerns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RESTful APIs to handle authentication, orders, products, and users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JWT-based security with role-based access control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Angular frontend to interact with backend APIs dynamically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JPA and Hibernate for database operations with MySQL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smooth frontend–backend integration with secure API communication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EDAB0-2281-6E12-0E56-B1B469DA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C83C605A-52B2-78AB-B475-A44985AD1D5F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Backend 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4A2BC39-8D85-656E-1A44-194208902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A7EC553-B597-759D-BF82-9768FDA2D70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1B729-7F47-1926-B2F9-350DAEA1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70B87-565F-78F2-ADE2-3B6B7E1103C3}"/>
              </a:ext>
            </a:extLst>
          </p:cNvPr>
          <p:cNvSpPr txBox="1"/>
          <p:nvPr/>
        </p:nvSpPr>
        <p:spPr>
          <a:xfrm>
            <a:off x="273075" y="1483756"/>
            <a:ext cx="116344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stateless authentication with secure token validation.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(ADMIN &amp; CUSTOMER) using Spring Security.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APIs for authentication, products, orders, and admin management.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password encryption 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 using JPA &amp; Hibernate with entity relationships.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exception handling with standardized API error responses.</a:t>
            </a:r>
          </a:p>
        </p:txBody>
      </p:sp>
    </p:spTree>
    <p:extLst>
      <p:ext uri="{BB962C8B-B14F-4D97-AF65-F5344CB8AC3E}">
        <p14:creationId xmlns:p14="http://schemas.microsoft.com/office/powerpoint/2010/main" val="167035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E56C8-177C-20DD-9573-258B21864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FCD1514-1047-2472-4B1F-AF1CC032081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Backend architecture: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BBA9F5D-474C-841B-65B6-34DD8FD27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B3C7493-29B7-8B85-7C3F-5E76F45A238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D5616-5260-CF55-A23A-7D14107E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67615-FE3D-B58F-39D7-7993ED4E6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15" y="766147"/>
            <a:ext cx="8926425" cy="57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1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F683-DECF-BC03-FB8F-9BB17822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EA1E69C-D906-0C3C-0D90-75EDF6DE7FC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Frontend 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1F5A6EF-6789-B51F-9C26-631CFDA88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CCF76A0-3DC6-75A6-035B-BB047A21081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8198C-8AF7-BFA0-5551-010D92806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1F339-50D7-46D7-C5BC-B2CA1E8FB28F}"/>
              </a:ext>
            </a:extLst>
          </p:cNvPr>
          <p:cNvSpPr txBox="1"/>
          <p:nvPr/>
        </p:nvSpPr>
        <p:spPr>
          <a:xfrm>
            <a:off x="273075" y="1374190"/>
            <a:ext cx="114109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token is securely stored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successful login.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authentication state, login/logout, and role checks.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Interceptor automatically attaches JWT to all outgoing API requests.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AuthGuard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routes based on user role (ADMIN or CUSTOMER).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Router controls navigation and blocks unauthorized access.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menu rendering dynamically shows UI options based on user role.</a:t>
            </a:r>
          </a:p>
        </p:txBody>
      </p:sp>
    </p:spTree>
    <p:extLst>
      <p:ext uri="{BB962C8B-B14F-4D97-AF65-F5344CB8AC3E}">
        <p14:creationId xmlns:p14="http://schemas.microsoft.com/office/powerpoint/2010/main" val="1900833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BAB79-6592-A4AA-4403-28ACC2F05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92CF3F2-9829-9A18-1216-3D2A2CB234B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Frontend architecture: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9D2B91E-B472-C8F2-059A-0A0EEA0D1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570AE37-38A1-18DB-FB7A-3425E90A912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AE04D-3298-5A47-95D3-7D58C98A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CC6F11-AA4D-C56A-F7D4-8EF374D0C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980" y="698901"/>
            <a:ext cx="8190296" cy="546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6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787C7-F5B9-3A7D-55A0-C9FF487C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66FD0CF-DC9C-B27A-97A0-F2CF8C60A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CCCCBD7-2FC6-2902-2349-B17ECC3251A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72680-B1A2-EA0F-9E06-D5B70131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7A2CC-CDD8-4899-85C2-8A8A63625B38}"/>
              </a:ext>
            </a:extLst>
          </p:cNvPr>
          <p:cNvSpPr txBox="1"/>
          <p:nvPr/>
        </p:nvSpPr>
        <p:spPr>
          <a:xfrm>
            <a:off x="314554" y="321869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Docker &amp; Azure Deployment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2F753BF-162F-621C-2618-276536716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43" y="1148413"/>
            <a:ext cx="11653114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Docker images for backend and frontend applications.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Docker containers to ensure consistent runtime environment.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and frontend services containerized independently.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Docker containers on Microsoft Azure.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spc="30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services used for hosting and container management.</a:t>
            </a:r>
          </a:p>
        </p:txBody>
      </p:sp>
    </p:spTree>
    <p:extLst>
      <p:ext uri="{BB962C8B-B14F-4D97-AF65-F5344CB8AC3E}">
        <p14:creationId xmlns:p14="http://schemas.microsoft.com/office/powerpoint/2010/main" val="90835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C528-DF52-61B3-3463-578955C1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127B4B4-8369-BCBB-8D73-9A01D2AB5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0388DBE-E19E-A047-E619-A57C8A278FC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17A73-FE68-BF01-16FA-861FAF50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54B52-C6F8-6050-3B5B-9ACC85CE2D44}"/>
              </a:ext>
            </a:extLst>
          </p:cNvPr>
          <p:cNvSpPr txBox="1"/>
          <p:nvPr/>
        </p:nvSpPr>
        <p:spPr>
          <a:xfrm>
            <a:off x="314554" y="321869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Challenges &amp; Learnings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4D1EE-ECA8-AD5F-BA0D-34F045108B76}"/>
              </a:ext>
            </a:extLst>
          </p:cNvPr>
          <p:cNvSpPr txBox="1"/>
          <p:nvPr/>
        </p:nvSpPr>
        <p:spPr>
          <a:xfrm>
            <a:off x="453541" y="1199694"/>
            <a:ext cx="11440973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role-based access for Admin and Customer users.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Angular frontend with Spring Boot backend APIs.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creation and container troubleshooting.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Azure deployment workflow.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knowledge of full-stack development and DevOps practices.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045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7401-6224-CBA8-4A66-CEBA9ECE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A858608-1333-BEA3-64D4-DB53B0DFA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5033744-5C4D-FD84-C88B-845618C859B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0366A-AE7E-1D14-C817-A97CC28E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1ADA7-C736-270D-FE59-717A5774B295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Login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91303-8965-FC5D-21A7-48837EC46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18" y="1075335"/>
            <a:ext cx="9618584" cy="516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80B6-7CD8-123F-2F7A-5C9FCAE5E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5320C73-D792-F339-4DE9-953BBA87A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B4CDDD9-E8E9-D9B4-BEDE-E4F894C508B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93A5-3081-9370-2D46-CC547C20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E2626-821C-1B94-54A8-6DD7DB4189B8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9AE106-608C-901D-3B3D-20717A7F8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98" y="1039248"/>
            <a:ext cx="10262652" cy="511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03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9DDC-8C85-86F3-DD0E-62433149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4E1930D-E496-2D9C-3E37-4601D98B7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C0DB675-090C-9CD9-6F94-9BEAA3732FF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ECD8E-6CB8-359B-8F27-6747C388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42609-B79D-2259-E0D4-9245F96B1E4C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Products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683D8-32E1-AE99-3722-1B89E5B4C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5" y="858340"/>
            <a:ext cx="9732360" cy="54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234F-764E-5699-4681-D6066F64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F6BB493-A86E-D3C5-1B55-6A3C2DC13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4AC4A2A-4E0A-9792-E205-EADA73D70801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636B-7B8E-58C7-B965-D64E3B75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18CDF-68D6-F6E7-3615-7D1F085D9FBB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Orders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A08D2-50C0-54F5-21D9-100AF2306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3" y="954484"/>
            <a:ext cx="9568282" cy="537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3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53277-617B-045C-D4A0-25A3DE51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DBE9006-5F84-7955-E360-7204C100E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15CD6AC-EEF1-0720-BACF-4753854C2AB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68-50FE-7E2E-AEA8-72157CE0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55811-978C-D19E-4CFF-21C274BCCCB9}"/>
              </a:ext>
            </a:extLst>
          </p:cNvPr>
          <p:cNvSpPr txBox="1"/>
          <p:nvPr/>
        </p:nvSpPr>
        <p:spPr>
          <a:xfrm>
            <a:off x="431513" y="291417"/>
            <a:ext cx="55376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P</a:t>
            </a:r>
            <a:r>
              <a:rPr lang="en-IN" sz="3200" b="1" dirty="0">
                <a:solidFill>
                  <a:srgbClr val="0187CC"/>
                </a:solidFill>
                <a:latin typeface="HK Grotesk"/>
              </a:rPr>
              <a:t>ostman testing</a:t>
            </a:r>
          </a:p>
          <a:p>
            <a:endParaRPr lang="en-US" sz="2400" b="1" dirty="0">
              <a:solidFill>
                <a:srgbClr val="0187CC"/>
              </a:solidFill>
              <a:latin typeface="HK Grotesk"/>
            </a:endParaRPr>
          </a:p>
          <a:p>
            <a:endParaRPr lang="en-US" sz="2400" b="1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b="1" dirty="0">
                <a:solidFill>
                  <a:srgbClr val="0187CC"/>
                </a:solidFill>
                <a:latin typeface="HK Grotesk"/>
              </a:rPr>
              <a:t>Bearer token has admin jwt</a:t>
            </a:r>
            <a:endParaRPr lang="en-IN" sz="2400" b="1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F6A26-680D-7B75-4431-EBB3506D0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038" y="1984188"/>
            <a:ext cx="7848434" cy="440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62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58CE0-87C3-D0C0-84B8-4197A8A4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95B7681-4943-3864-F289-FF1AB4E76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0750E57-13F0-7304-C387-FF7FBF9D616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17996-42F1-458D-5E10-388F60BB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F0715D-03D8-78D3-16E8-6B8011966CE9}"/>
              </a:ext>
            </a:extLst>
          </p:cNvPr>
          <p:cNvSpPr txBox="1"/>
          <p:nvPr/>
        </p:nvSpPr>
        <p:spPr>
          <a:xfrm>
            <a:off x="431513" y="291417"/>
            <a:ext cx="55376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187CC"/>
                </a:solidFill>
                <a:latin typeface="HK Grotesk"/>
              </a:rPr>
              <a:t>P</a:t>
            </a:r>
            <a:r>
              <a:rPr lang="en-IN" sz="3200" b="1" dirty="0">
                <a:solidFill>
                  <a:srgbClr val="0187CC"/>
                </a:solidFill>
                <a:latin typeface="HK Grotesk"/>
              </a:rPr>
              <a:t>ostman testing</a:t>
            </a:r>
          </a:p>
          <a:p>
            <a:endParaRPr lang="en-US" sz="2400" b="1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b="1" dirty="0">
                <a:solidFill>
                  <a:srgbClr val="0187CC"/>
                </a:solidFill>
                <a:latin typeface="HK Grotesk"/>
              </a:rPr>
              <a:t>Bearer token has user jwt</a:t>
            </a:r>
            <a:endParaRPr lang="en-IN" sz="2400" b="1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4BFCD7-1061-2B9D-5635-2887EC3F0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49" y="1938875"/>
            <a:ext cx="8053424" cy="452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80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FAA6C-0531-9F38-D367-535D0FF8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61B3211-FA21-0A30-F161-5D35BEB00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CC598E9-9DDF-8024-1C90-3343BD64AD7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27BE3-5C75-A4BA-504E-7AE5C54A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FA634-9D74-BA3B-3473-6F3F8C4D3E47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</a:rPr>
              <a:t>Docker Implementation</a:t>
            </a:r>
            <a:endParaRPr lang="en-IN" sz="3200" b="1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1B347-B5F0-39B6-13CB-8CEE904A8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41" y="989763"/>
            <a:ext cx="8463355" cy="487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78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1B93-07C7-B849-E24B-BF0A8243C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BFB4CFB-EED4-0976-5900-5909C3A2E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6727CDE-213D-6845-57CF-3D28905FEDB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FC722-EAB2-4B4C-B28B-76F9B0ECB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3A4BD-5B1E-DEE7-545A-E75E7CDCF343}"/>
              </a:ext>
            </a:extLst>
          </p:cNvPr>
          <p:cNvSpPr txBox="1"/>
          <p:nvPr/>
        </p:nvSpPr>
        <p:spPr>
          <a:xfrm>
            <a:off x="431513" y="291417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  <a:latin typeface="HK Grotesk"/>
              </a:rPr>
              <a:t>Azure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39B01-9C51-3CF9-C950-EC5B72F8F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95" y="1179086"/>
            <a:ext cx="9361210" cy="486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94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FBBF-742E-01F2-2C82-1BB3D393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5F2738D-A859-3970-5C5E-FEC60E1E5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D36AEE2-0399-8FC3-A12E-00EED09326E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82BF4-D918-675A-F3E0-475E93B8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69EEE-322E-9B44-BFA3-058F7ECB2831}"/>
              </a:ext>
            </a:extLst>
          </p:cNvPr>
          <p:cNvSpPr txBox="1"/>
          <p:nvPr/>
        </p:nvSpPr>
        <p:spPr>
          <a:xfrm>
            <a:off x="255948" y="313360"/>
            <a:ext cx="5537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187CC"/>
                </a:solidFill>
              </a:rPr>
              <a:t>Conclusion</a:t>
            </a:r>
            <a:endParaRPr lang="en-IN" sz="3200" b="1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F800A13-9084-AF08-5912-9F7EDD138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513" y="1120343"/>
            <a:ext cx="11426426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full-stack Order Management System.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authentication and role-based access.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Deployed application using Docker and Microsoft Azure.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full-stack and cloud technologies.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0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3693</TotalTime>
  <Words>648</Words>
  <Application>Microsoft Office PowerPoint</Application>
  <PresentationFormat>Widescreen</PresentationFormat>
  <Paragraphs>152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challa pintu</cp:lastModifiedBy>
  <cp:revision>18</cp:revision>
  <dcterms:created xsi:type="dcterms:W3CDTF">2024-05-04T13:11:57Z</dcterms:created>
  <dcterms:modified xsi:type="dcterms:W3CDTF">2026-02-09T07:21:56Z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